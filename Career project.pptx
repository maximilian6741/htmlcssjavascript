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4"/>
  </p:sldMasterIdLst>
  <p:notesMasterIdLst>
    <p:notesMasterId r:id="rId12"/>
  </p:notesMasterIdLst>
  <p:sldIdLst>
    <p:sldId id="256" r:id="rId5"/>
    <p:sldId id="258" r:id="rId6"/>
    <p:sldId id="259" r:id="rId7"/>
    <p:sldId id="262" r:id="rId8"/>
    <p:sldId id="260" r:id="rId9"/>
    <p:sldId id="261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5" autoAdjust="0"/>
    <p:restoredTop sz="64207" autoAdjust="0"/>
  </p:normalViewPr>
  <p:slideViewPr>
    <p:cSldViewPr snapToGrid="0">
      <p:cViewPr varScale="1">
        <p:scale>
          <a:sx n="70" d="100"/>
          <a:sy n="70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32A062-CB04-47F1-A415-410C2B1D5B83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AB93B4-F3DF-4DA3-A1F8-937E76CE1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007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chart shows the median annual salary/inflation adjusted, as well as the annual job growth rate and employment.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AB93B4-F3DF-4DA3-A1F8-937E76CE1E6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246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836025" y="714502"/>
            <a:ext cx="1600200" cy="365125"/>
          </a:xfrm>
        </p:spPr>
        <p:txBody>
          <a:bodyPr/>
          <a:lstStyle/>
          <a:p>
            <a:fld id="{8BC8FD91-291F-4C8A-A2F9-254FD90E8E98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75458" y="1079627"/>
            <a:ext cx="1142245" cy="669925"/>
          </a:xfrm>
        </p:spPr>
        <p:txBody>
          <a:bodyPr/>
          <a:lstStyle/>
          <a:p>
            <a:fld id="{0386D8FD-B301-495F-8F07-126A9BCC89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A2E844A-8286-4322-B9DD-EB7AE240E435}"/>
              </a:ext>
            </a:extLst>
          </p:cNvPr>
          <p:cNvSpPr txBox="1"/>
          <p:nvPr userDrawn="1"/>
        </p:nvSpPr>
        <p:spPr>
          <a:xfrm>
            <a:off x="8961308" y="5973342"/>
            <a:ext cx="2656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Max Kirsh - PowerPoint</a:t>
            </a:r>
          </a:p>
        </p:txBody>
      </p:sp>
    </p:spTree>
    <p:extLst>
      <p:ext uri="{BB962C8B-B14F-4D97-AF65-F5344CB8AC3E}">
        <p14:creationId xmlns:p14="http://schemas.microsoft.com/office/powerpoint/2010/main" val="1083498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8FD91-291F-4C8A-A2F9-254FD90E8E98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6D8FD-B301-495F-8F07-126A9BCC8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7733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8FD91-291F-4C8A-A2F9-254FD90E8E98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6D8FD-B301-495F-8F07-126A9BCC8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9032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8FD91-291F-4C8A-A2F9-254FD90E8E98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6D8FD-B301-495F-8F07-126A9BCC8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1500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8FD91-291F-4C8A-A2F9-254FD90E8E98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6D8FD-B301-495F-8F07-126A9BCC8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9434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8FD91-291F-4C8A-A2F9-254FD90E8E98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6D8FD-B301-495F-8F07-126A9BCC8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6206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8FD91-291F-4C8A-A2F9-254FD90E8E98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6D8FD-B301-495F-8F07-126A9BCC8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3855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8FD91-291F-4C8A-A2F9-254FD90E8E98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6D8FD-B301-495F-8F07-126A9BCC8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2389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8FD91-291F-4C8A-A2F9-254FD90E8E98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6D8FD-B301-495F-8F07-126A9BCC8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8282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8FD91-291F-4C8A-A2F9-254FD90E8E98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6D8FD-B301-495F-8F07-126A9BCC8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7106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8FD91-291F-4C8A-A2F9-254FD90E8E98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6D8FD-B301-495F-8F07-126A9BCC8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2357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8FD91-291F-4C8A-A2F9-254FD90E8E98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6D8FD-B301-495F-8F07-126A9BCC895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078169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8FD91-291F-4C8A-A2F9-254FD90E8E98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6D8FD-B301-495F-8F07-126A9BCC8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324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8FD91-291F-4C8A-A2F9-254FD90E8E98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6D8FD-B301-495F-8F07-126A9BCC895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003181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8FD91-291F-4C8A-A2F9-254FD90E8E98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6D8FD-B301-495F-8F07-126A9BCC8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9957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8FD91-291F-4C8A-A2F9-254FD90E8E98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6D8FD-B301-495F-8F07-126A9BCC8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6524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8FD91-291F-4C8A-A2F9-254FD90E8E98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6D8FD-B301-495F-8F07-126A9BCC8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2578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8BC8FD91-291F-4C8A-A2F9-254FD90E8E98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0386D8FD-B301-495F-8F07-126A9BCC8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9309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bls.gov/ooh/computer-and-information-technology/software-developers.htm#tab-5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bls.gov/ooh/computer-and-information-technology/software-developers.htm#tab-6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3B0B3-6979-450E-8AA1-C6AA740035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5411788" cy="1353313"/>
          </a:xfrm>
        </p:spPr>
        <p:txBody>
          <a:bodyPr/>
          <a:lstStyle/>
          <a:p>
            <a:pPr algn="ctr"/>
            <a:r>
              <a:rPr lang="en-US" dirty="0">
                <a:latin typeface="Agency FB" panose="020B0503020202020204" pitchFamily="34" charset="0"/>
              </a:rPr>
              <a:t>Career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939AAF-AD77-4531-B3F1-4D7D3D1D2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7910" y="1353313"/>
            <a:ext cx="4315968" cy="1947333"/>
          </a:xfrm>
        </p:spPr>
        <p:txBody>
          <a:bodyPr/>
          <a:lstStyle/>
          <a:p>
            <a:pPr algn="ctr"/>
            <a:r>
              <a:rPr lang="en-US" dirty="0"/>
              <a:t>Max Kirsh, SEWD1, 2025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75665F-0008-4944-9E20-CC323C352EE5}"/>
              </a:ext>
            </a:extLst>
          </p:cNvPr>
          <p:cNvSpPr txBox="1"/>
          <p:nvPr/>
        </p:nvSpPr>
        <p:spPr>
          <a:xfrm>
            <a:off x="3019623" y="2792814"/>
            <a:ext cx="615275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39918615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D3EDA-ECC9-48DA-A594-FBCE3EB523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5843016" cy="1124713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tx1"/>
                </a:solidFill>
              </a:rPr>
              <a:t>WHAT DO THEY DO?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CD026C-EAC2-486F-B0F7-841911EC232B}"/>
              </a:ext>
            </a:extLst>
          </p:cNvPr>
          <p:cNvSpPr txBox="1"/>
          <p:nvPr/>
        </p:nvSpPr>
        <p:spPr>
          <a:xfrm>
            <a:off x="877824" y="2103120"/>
            <a:ext cx="747064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 computer applications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Analyzing and designing software to meet the needs of the user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Making sure a program runs correctly with no faults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2154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6F341-AA32-4160-B3B1-0EE8C9C0A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524" y="1921933"/>
            <a:ext cx="45719" cy="45719"/>
          </a:xfrm>
        </p:spPr>
        <p:txBody>
          <a:bodyPr>
            <a:normAutofit fontScale="90000"/>
          </a:bodyPr>
          <a:lstStyle/>
          <a:p>
            <a:endParaRPr lang="en-US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D3DAF-9EB5-42B5-94C5-1C55FCECE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8534400" cy="210312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tx1"/>
                </a:solidFill>
              </a:rPr>
              <a:t>Education &amp; Skills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F408E9-76EC-4710-BD7E-3316742E1B24}"/>
              </a:ext>
            </a:extLst>
          </p:cNvPr>
          <p:cNvSpPr txBox="1"/>
          <p:nvPr/>
        </p:nvSpPr>
        <p:spPr>
          <a:xfrm>
            <a:off x="274320" y="2404872"/>
            <a:ext cx="496519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Bachelors degree/Masters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Communication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Problem solving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Team leadership</a:t>
            </a:r>
          </a:p>
        </p:txBody>
      </p:sp>
    </p:spTree>
    <p:extLst>
      <p:ext uri="{BB962C8B-B14F-4D97-AF65-F5344CB8AC3E}">
        <p14:creationId xmlns:p14="http://schemas.microsoft.com/office/powerpoint/2010/main" val="41950461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41192-3E40-4608-9D46-C0F14A6F2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932" y="5971702"/>
            <a:ext cx="4334480" cy="429768"/>
          </a:xfrm>
        </p:spPr>
        <p:txBody>
          <a:bodyPr>
            <a:normAutofit fontScale="90000"/>
          </a:bodyPr>
          <a:lstStyle/>
          <a:p>
            <a:r>
              <a:rPr lang="en-US" sz="1050" dirty="0">
                <a:solidFill>
                  <a:schemeClr val="tx2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Software Developers, Quality Assurance Analysts, and Testers : Occupational Outlook Handbook: : U.S. Bureau of Labor Statistics</a:t>
            </a:r>
            <a:endParaRPr lang="en-US" sz="18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EFEA5-DA88-40D6-B1D1-84BF6BF5FA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"/>
            <a:ext cx="8534400" cy="1142999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tx1"/>
                </a:solidFill>
              </a:rPr>
              <a:t>Salary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F53698-F20C-43B5-97A5-5A52549787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932" y="1143000"/>
            <a:ext cx="4334480" cy="48012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879B0E-2971-43B3-8DFA-53CD7D697793}"/>
              </a:ext>
            </a:extLst>
          </p:cNvPr>
          <p:cNvSpPr txBox="1"/>
          <p:nvPr/>
        </p:nvSpPr>
        <p:spPr>
          <a:xfrm>
            <a:off x="5166360" y="1271016"/>
            <a:ext cx="33680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Software Devs Make Significantly more money than most computer based occupations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2756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2386A-C480-4833-BBC2-33D5F8B9B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98085"/>
            <a:ext cx="8534400" cy="242395"/>
          </a:xfrm>
        </p:spPr>
        <p:txBody>
          <a:bodyPr>
            <a:normAutofit/>
          </a:bodyPr>
          <a:lstStyle/>
          <a:p>
            <a:r>
              <a:rPr lang="en-US" sz="900" dirty="0">
                <a:hlinkClick r:id="rId2"/>
              </a:rPr>
              <a:t>Software Developers, Quality Assurance Analysts, and Testers : Occupational Outlook Handbook: : U.S. Bureau of Labor Statistics</a:t>
            </a:r>
            <a:endParaRPr lang="en-US" sz="9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67E87-256C-4446-8EE4-01B927537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8534400" cy="1435608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tx1"/>
                </a:solidFill>
              </a:rPr>
              <a:t>Job Outlook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397E68-8E09-4E04-B843-CDB3C963C8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35608"/>
            <a:ext cx="9535856" cy="21624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1D0F4E-5FE0-4DA0-B436-6A5D0BAFD419}"/>
              </a:ext>
            </a:extLst>
          </p:cNvPr>
          <p:cNvSpPr txBox="1"/>
          <p:nvPr/>
        </p:nvSpPr>
        <p:spPr>
          <a:xfrm>
            <a:off x="246888" y="4393771"/>
            <a:ext cx="558698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Employment rates are 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field of work is in high demand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1440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D6466-1B1D-4D1B-B5F9-1737B484F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8534400" y="2578608"/>
            <a:ext cx="3361944" cy="493775"/>
          </a:xfrm>
        </p:spPr>
        <p:txBody>
          <a:bodyPr>
            <a:normAutofit/>
          </a:bodyPr>
          <a:lstStyle/>
          <a:p>
            <a:endParaRPr lang="en-US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7A49A-143C-498B-B162-BD6882E49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8534400" cy="1975104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tx1"/>
                </a:solidFill>
              </a:rPr>
              <a:t>Coursework Connections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E15CB5-1C96-4506-95BA-EF71794931DD}"/>
              </a:ext>
            </a:extLst>
          </p:cNvPr>
          <p:cNvSpPr txBox="1"/>
          <p:nvPr/>
        </p:nvSpPr>
        <p:spPr>
          <a:xfrm>
            <a:off x="128016" y="1975104"/>
            <a:ext cx="512978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SEWD1 gives all the basic fundamentals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Practice on all ends of this career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HTML, databases, and AI prompting</a:t>
            </a:r>
          </a:p>
        </p:txBody>
      </p:sp>
    </p:spTree>
    <p:extLst>
      <p:ext uri="{BB962C8B-B14F-4D97-AF65-F5344CB8AC3E}">
        <p14:creationId xmlns:p14="http://schemas.microsoft.com/office/powerpoint/2010/main" val="4330052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681F1-F01F-4C33-B0CA-D605A13B5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7204" y="5739135"/>
            <a:ext cx="8897592" cy="689190"/>
          </a:xfrm>
        </p:spPr>
        <p:txBody>
          <a:bodyPr>
            <a:normAutofit/>
          </a:bodyPr>
          <a:lstStyle/>
          <a:p>
            <a:r>
              <a:rPr lang="en-US" sz="900" dirty="0"/>
              <a:t>https://medinaccc-my.sharepoint.com/:x:/g/personal/mc_mkirsh27_mcjvs2_org/EQiLU-BdwEBOgotHyOGWOGwB3lky1uoe4qwUeLswO83pag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C7BF5-89EC-40EC-A22F-843AC99DD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9652" y="0"/>
            <a:ext cx="8534400" cy="107123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Trend Chart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C650CA-F5D8-44D1-8CD6-F8150A4439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7204" y="1118865"/>
            <a:ext cx="8897592" cy="462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7077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lic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9759155-7935-4C61-A06C-C04380D1B16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D22B822E463C641A764C709DACA1446" ma:contentTypeVersion="4" ma:contentTypeDescription="Create a new document." ma:contentTypeScope="" ma:versionID="f41995aae4b955f320d4bb03eff82e10">
  <xsd:schema xmlns:xsd="http://www.w3.org/2001/XMLSchema" xmlns:xs="http://www.w3.org/2001/XMLSchema" xmlns:p="http://schemas.microsoft.com/office/2006/metadata/properties" xmlns:ns3="363b1c59-860c-4a49-bfb0-c87eb14b552e" targetNamespace="http://schemas.microsoft.com/office/2006/metadata/properties" ma:root="true" ma:fieldsID="18fb9a7c0f1ad279924ba13ff8da2c79" ns3:_="">
    <xsd:import namespace="363b1c59-860c-4a49-bfb0-c87eb14b552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3b1c59-860c-4a49-bfb0-c87eb14b552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FFEB3EB-82A1-4DE6-8777-6F3BDD91055E}">
  <ds:schemaRefs>
    <ds:schemaRef ds:uri="http://www.w3.org/XML/1998/namespace"/>
    <ds:schemaRef ds:uri="http://schemas.microsoft.com/office/2006/documentManagement/types"/>
    <ds:schemaRef ds:uri="363b1c59-860c-4a49-bfb0-c87eb14b552e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469C1CC1-9BE5-49CB-A950-F88E7602BA0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564602C-11D6-44B7-B18F-AE8D7EA96B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3b1c59-860c-4a49-bfb0-c87eb14b55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166</TotalTime>
  <Words>192</Words>
  <Application>Microsoft Office PowerPoint</Application>
  <PresentationFormat>Widescreen</PresentationFormat>
  <Paragraphs>35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Agency FB</vt:lpstr>
      <vt:lpstr>Arial</vt:lpstr>
      <vt:lpstr>Calibri</vt:lpstr>
      <vt:lpstr>Century Gothic</vt:lpstr>
      <vt:lpstr>Wingdings 3</vt:lpstr>
      <vt:lpstr>Slice</vt:lpstr>
      <vt:lpstr>Career project</vt:lpstr>
      <vt:lpstr>PowerPoint Presentation</vt:lpstr>
      <vt:lpstr>PowerPoint Presentation</vt:lpstr>
      <vt:lpstr>Software Developers, Quality Assurance Analysts, and Testers : Occupational Outlook Handbook: : U.S. Bureau of Labor Statistics</vt:lpstr>
      <vt:lpstr>Software Developers, Quality Assurance Analysts, and Testers : Occupational Outlook Handbook: : U.S. Bureau of Labor Statistics</vt:lpstr>
      <vt:lpstr>PowerPoint Presentation</vt:lpstr>
      <vt:lpstr>https://medinaccc-my.sharepoint.com/:x:/g/personal/mc_mkirsh27_mcjvs2_org/EQiLU-BdwEBOgotHyOGWOGwB3lky1uoe4qwUeLswO83pag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Career project</dc:title>
  <dc:creator>Kirsh, Maximilian</dc:creator>
  <cp:lastModifiedBy>Kirsh, Maximilian</cp:lastModifiedBy>
  <cp:revision>11</cp:revision>
  <dcterms:created xsi:type="dcterms:W3CDTF">2025-11-04T14:50:32Z</dcterms:created>
  <dcterms:modified xsi:type="dcterms:W3CDTF">2025-11-07T14:28:44Z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0x010100FD22B822E463C641A764C709DACA1446</vt:lpwstr>
  </property>
</Properties>
</file>