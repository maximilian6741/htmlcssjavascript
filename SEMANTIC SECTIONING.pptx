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4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5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7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3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2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4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2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4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06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46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9695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29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8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ACC60-C1BF-4000-8232-F13D8ED9D58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C39005-6327-4A77-9711-ABE32D24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3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4023D-0106-477F-A0A4-905AE193B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766936" cy="17102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SEMANTIC SECTIONING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498B7-5815-4986-BA82-60781FD5E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10268"/>
            <a:ext cx="7766936" cy="676615"/>
          </a:xfrm>
        </p:spPr>
        <p:txBody>
          <a:bodyPr/>
          <a:lstStyle/>
          <a:p>
            <a:pPr algn="ctr"/>
            <a:r>
              <a:rPr lang="en-US" dirty="0"/>
              <a:t>Maximilian Kirsh, SEWD1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40335-54C9-4DC4-8874-EF8216C7D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909" y="2048575"/>
            <a:ext cx="4471117" cy="447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6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0B1D-74C3-48DB-886E-7D213EA5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D0CD-920A-4F51-9745-14B1E062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Describing the meaning of the content clearly for search engine optimization. Tags such as &lt;header&gt;, and &lt;nav&gt; define a specific purpose of the content</a:t>
            </a:r>
          </a:p>
        </p:txBody>
      </p:sp>
    </p:spTree>
    <p:extLst>
      <p:ext uri="{BB962C8B-B14F-4D97-AF65-F5344CB8AC3E}">
        <p14:creationId xmlns:p14="http://schemas.microsoft.com/office/powerpoint/2010/main" val="107788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52FD-0FCC-4CCE-9806-CE373224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Key Terms and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0EE79-9A49-4414-B784-A035F7FD1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&lt;header&gt; is the container for the introductory of the page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&lt;nav&gt; is the navigation tag that helps jump from different parts of the page easily</a:t>
            </a:r>
          </a:p>
          <a:p>
            <a:endParaRPr lang="en-US" dirty="0"/>
          </a:p>
          <a:p>
            <a:r>
              <a:rPr lang="en-US" dirty="0"/>
              <a:t>&lt;section&gt; is the divider of content within a page. It makes things more organized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5081-D753-4B35-8FD9-092AE072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Visual Example/Code Snippet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362F272-D64E-45EE-B195-EA9D6E3D0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656" y="1270000"/>
            <a:ext cx="6155033" cy="5295392"/>
          </a:xfrm>
        </p:spPr>
      </p:pic>
    </p:spTree>
    <p:extLst>
      <p:ext uri="{BB962C8B-B14F-4D97-AF65-F5344CB8AC3E}">
        <p14:creationId xmlns:p14="http://schemas.microsoft.com/office/powerpoint/2010/main" val="340476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6C78-6621-4F02-9301-7B184735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Applied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F0048-C3C1-4D53-A0C3-7ECE51C51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998" y="1362456"/>
            <a:ext cx="4090088" cy="5290746"/>
          </a:xfrm>
        </p:spPr>
      </p:pic>
    </p:spTree>
    <p:extLst>
      <p:ext uri="{BB962C8B-B14F-4D97-AF65-F5344CB8AC3E}">
        <p14:creationId xmlns:p14="http://schemas.microsoft.com/office/powerpoint/2010/main" val="134030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B222-4A72-479B-9A34-14A8D65B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Common Mistakes/Tips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7002-1A69-4B5F-B3AE-DABB52177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&lt;div&gt; tag for content that has clear semantic purpose</a:t>
            </a:r>
          </a:p>
          <a:p>
            <a:endParaRPr lang="en-US" dirty="0"/>
          </a:p>
          <a:p>
            <a:r>
              <a:rPr lang="en-US" dirty="0"/>
              <a:t>Using &lt;section&gt; to wrap an element that could have a more specific tag</a:t>
            </a:r>
          </a:p>
          <a:p>
            <a:endParaRPr lang="en-US" dirty="0"/>
          </a:p>
          <a:p>
            <a:r>
              <a:rPr lang="en-US" dirty="0"/>
              <a:t>Confusing &lt;article&gt; and &lt;section&gt; tags. &lt;article&gt; is a single piece of content, while &lt;section&gt; is a grouping of content.</a:t>
            </a:r>
          </a:p>
        </p:txBody>
      </p:sp>
    </p:spTree>
    <p:extLst>
      <p:ext uri="{BB962C8B-B14F-4D97-AF65-F5344CB8AC3E}">
        <p14:creationId xmlns:p14="http://schemas.microsoft.com/office/powerpoint/2010/main" val="2803831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413D-3C72-4718-B031-91DB118E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F82E-441E-4F16-9AC8-AB770F73F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 is VERY important in a webpage because it: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Organizes your content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Gives specific meaning to individual pieces of content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Helps build fundamental organization within your projects</a:t>
            </a:r>
          </a:p>
        </p:txBody>
      </p:sp>
    </p:spTree>
    <p:extLst>
      <p:ext uri="{BB962C8B-B14F-4D97-AF65-F5344CB8AC3E}">
        <p14:creationId xmlns:p14="http://schemas.microsoft.com/office/powerpoint/2010/main" val="38096959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</TotalTime>
  <Words>189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SEMANTIC SECTIONING</vt:lpstr>
      <vt:lpstr>What is it?</vt:lpstr>
      <vt:lpstr>Key Terms and Elements</vt:lpstr>
      <vt:lpstr>Visual Example/Code Snippet</vt:lpstr>
      <vt:lpstr>Applied Example</vt:lpstr>
      <vt:lpstr>Common Mistakes/Tips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DESIGN FOUNDATIONS</dc:title>
  <dc:creator>Kirsh, Maximilian</dc:creator>
  <cp:lastModifiedBy>Kirsh, Maximilian</cp:lastModifiedBy>
  <cp:revision>7</cp:revision>
  <dcterms:created xsi:type="dcterms:W3CDTF">2025-11-10T13:10:18Z</dcterms:created>
  <dcterms:modified xsi:type="dcterms:W3CDTF">2025-11-10T15:18:52Z</dcterms:modified>
</cp:coreProperties>
</file>